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0879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Calibri"/>
              </a:defRPr>
            </a:pPr>
            <a:r>
              <a:t>Rapport API Module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4A4A"/>
                </a:solidFill>
                <a:latin typeface="Calibri"/>
              </a:defRPr>
            </a:pPr>
            <a:r>
              <a:t>Rapport généré automatiquement — 10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Aperçu du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303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Lignes : 8</a:t>
            </a:r>
          </a:p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Colonnes : 5</a:t>
            </a:r>
          </a:p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Colonnes clés : year, month, sales, region, 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sales</a:t>
            </a:r>
          </a:p>
        </p:txBody>
      </p:sp>
      <p:pic>
        <p:nvPicPr>
          <p:cNvPr id="3" name="Picture 2" descr="sales__line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291590"/>
            <a:ext cx="5486400" cy="3726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</a:t>
            </a:r>
          </a:p>
        </p:txBody>
      </p:sp>
      <p:pic>
        <p:nvPicPr>
          <p:cNvPr id="3" name="Picture 2" descr="region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96" y="1188720"/>
            <a:ext cx="452016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</a:t>
            </a:r>
          </a:p>
        </p:txBody>
      </p:sp>
      <p:pic>
        <p:nvPicPr>
          <p:cNvPr id="3" name="Picture 2" descr="region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96" y="1188720"/>
            <a:ext cx="452016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channel</a:t>
            </a:r>
          </a:p>
        </p:txBody>
      </p:sp>
      <p:pic>
        <p:nvPicPr>
          <p:cNvPr id="3" name="Picture 2" descr="channel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38" y="1188720"/>
            <a:ext cx="479827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channel</a:t>
            </a:r>
          </a:p>
        </p:txBody>
      </p:sp>
      <p:pic>
        <p:nvPicPr>
          <p:cNvPr id="3" name="Picture 2" descr="channel_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38" y="1188720"/>
            <a:ext cx="479827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Analyse de region+channel</a:t>
            </a:r>
          </a:p>
        </p:txBody>
      </p:sp>
      <p:pic>
        <p:nvPicPr>
          <p:cNvPr id="3" name="Picture 2" descr="region_channel__categorica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869" y="1188720"/>
            <a:ext cx="4501213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54880"/>
            <a:ext cx="10817352" cy="1645920"/>
          </a:xfrm>
          <a:prstGeom prst="rect">
            <a:avLst/>
          </a:prstGeom>
          <a:noFill/>
        </p:spPr>
        <p:txBody>
          <a:bodyPr wrap="square" bIns="0" tIns="0" lIns="76200" rIns="76200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 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Synthèse et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3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  <a:latin typeface="Calibri"/>
              </a:defRPr>
            </a:pPr>
            <a:r>
              <a:t>Les données présentées mettent en évidence plusieurs tendances clés. Les graphiques permettent de visualiser les variations principales et aident à comprendre rapidement la structure du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